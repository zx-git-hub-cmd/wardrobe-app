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B7CF5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914400"/>
            <a:ext cx="3657600" cy="3657600"/>
          </a:xfrm>
          <a:prstGeom prst="ellipse">
            <a:avLst/>
          </a:prstGeom>
          <a:solidFill>
            <a:srgbClr val="5B7CF5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衣橱管家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0" y="2560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智能衣物管理与穿搭建议方案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| 2025年5月</a:t>
            </a:r>
            <a:endParaRPr lang="en-US" sz="14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5B7CF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产品概述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核心价值与目标用户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5B7CF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六大功能模块详解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5B7CF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界面设计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UI界面展示与交互说明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5B7CF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5760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AI能力与系统架构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5B7CF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实施计划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5760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开发阶段与里程碑</a:t>
            </a:r>
            <a:endParaRPr lang="en-US" sz="14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7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产品概述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一款专注于家庭衣物管理的智能工具，通过AI技术帮助用户：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管理衣柜现有衣物，建立数字化衣橱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获取个性化穿搭建议，解决"今天穿什么"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智能识别过时/不合身衣物，及时提醒处理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5B7C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965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651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AI快速搭配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82880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965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2651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智能管理提醒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0" y="182880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1965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23760" y="2651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避免重复购买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👔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37160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职场人士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需要日常通勤穿搭建议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👨‍👩‍👧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11480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家庭主妇/主夫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管理全家衣物，包括孩子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👗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5800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时尚爱好者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追求穿搭品质与效率</a:t>
            </a:r>
            <a:endParaRPr lang="en-US" sz="12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7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核心功能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rgbClr val="5B7CF5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衣物录入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拍照上传，AI自动识别衣物类别、颜色、季节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1371600"/>
            <a:ext cx="640080" cy="64008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417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👔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29768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智能搭配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基于天气、场合、个人风格推荐穿搭方案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1371600"/>
            <a:ext cx="640080" cy="640080"/>
          </a:xfrm>
          <a:prstGeom prst="ellipse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417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22376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衣橱管理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分类浏览、筛选查找、状态标记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383280"/>
            <a:ext cx="640080" cy="64008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29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71600" y="3474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待处理提醒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识别过时/不合身衣物，建议处理方式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83280" y="3200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3383280"/>
            <a:ext cx="640080" cy="640080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3429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297680" y="3474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穿搭确认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66160" y="4206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AI建议+用户确认，记录穿搭历史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32004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3383280"/>
            <a:ext cx="640080" cy="640080"/>
          </a:xfrm>
          <a:prstGeom prst="ellipse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429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223760" y="3474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92240" y="4206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衣物利用率、穿搭频次、消费分析</a:t>
            </a:r>
            <a:endParaRPr lang="en-US" sz="13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7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核心功能 - 衣物录入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功能说明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64592" cy="164592"/>
          </a:xfrm>
          <a:prstGeom prst="ellipse">
            <a:avLst/>
          </a:prstGeom>
          <a:solidFill>
            <a:srgbClr val="5B7CF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支持拍照上传或从相册选择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164592" cy="164592"/>
          </a:xfrm>
          <a:prstGeom prst="ellipse">
            <a:avLst/>
          </a:prstGeom>
          <a:solidFill>
            <a:srgbClr val="5B7CF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AI自动识别衣物类型、颜色、季节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164592" cy="164592"/>
          </a:xfrm>
          <a:prstGeom prst="ellipse">
            <a:avLst/>
          </a:prstGeom>
          <a:solidFill>
            <a:srgbClr val="5B7CF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788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手动补充信息：名称、尺码、材质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164592" cy="164592"/>
          </a:xfrm>
          <a:prstGeom prst="ellipse">
            <a:avLst/>
          </a:prstGeom>
          <a:solidFill>
            <a:srgbClr val="5B7CF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291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状态标记：常穿/过时/不合身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164592" cy="164592"/>
          </a:xfrm>
          <a:prstGeom prst="ellipse">
            <a:avLst/>
          </a:prstGeom>
          <a:solidFill>
            <a:srgbClr val="5B7CF5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794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支持批量导入，快速建立衣橱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09728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137160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1417320"/>
            <a:ext cx="1920240" cy="137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138988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9:41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06440" y="1600200"/>
            <a:ext cx="192024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16002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16276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添加衣物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192024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5B7C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126480" y="2606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点击拍摄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3108960"/>
            <a:ext cx="1737360" cy="320040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3154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衣物名称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0" y="3520440"/>
            <a:ext cx="822960" cy="320040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35661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 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0" y="3520440"/>
            <a:ext cx="822960" cy="320040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35661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季节 ▼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0" y="39319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状态标记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0" y="4160520"/>
            <a:ext cx="822960" cy="27432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4206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常穿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58000" y="4160520"/>
            <a:ext cx="822960" cy="27432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4206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过时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943600" y="4526280"/>
            <a:ext cx="1737360" cy="320040"/>
          </a:xfrm>
          <a:prstGeom prst="roundRect">
            <a:avLst>
              <a:gd name="adj" fmla="val 28571"/>
            </a:avLst>
          </a:prstGeom>
          <a:solidFill>
            <a:srgbClr val="5B7C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4572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保存到衣橱</a:t>
            </a:r>
            <a:endParaRPr lang="en-US" sz="100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7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核心功能 - 智能搭配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功能说明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基于天气数据推荐适宜穿搭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支持职场通勤、休闲、正式场合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788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优先使用用户现有衣物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291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AI生成搭配理由与建议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794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用户可一键采纳或换一套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09728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137160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164592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5B7C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737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22°C 多云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035040" y="19659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适宜薄外套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943600" y="2286000"/>
            <a:ext cx="1737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377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AI推荐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35040" y="2651760"/>
            <a:ext cx="457200" cy="54864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2697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👔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83680" y="2651760"/>
            <a:ext cx="457200" cy="54864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697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👖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132320" y="2651760"/>
            <a:ext cx="457200" cy="54864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78040" y="2697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👞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26480" y="3291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职场精英风格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356616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F3E8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3657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蓝色衬衫+深色西裤，经典职场配色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943600" y="4206240"/>
            <a:ext cx="822960" cy="274320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4251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采纳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58000" y="4206240"/>
            <a:ext cx="822960" cy="27432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4251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换一套</a:t>
            </a:r>
            <a:endParaRPr lang="en-US" sz="9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7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核心功能 - 衣橱管理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功能说明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网格视图展示所有衣物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按类别、季节、颜色筛选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788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查看衣物详情与穿搭历史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291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编辑或删除衣物信息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794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快速标记状态变化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09728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137160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554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我的衣橱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16002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48件衣物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43600" y="1874520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5B7C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90195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382512" y="1874520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190195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上装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821424" y="1874520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1424" y="190195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下装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260336" y="1874520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0336" y="1901952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外套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943600" y="2240280"/>
            <a:ext cx="502920" cy="82296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9320" y="2286000"/>
            <a:ext cx="411480" cy="45720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23317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👔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89320" y="2788920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蓝色衬衫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537960" y="2240280"/>
            <a:ext cx="502920" cy="82296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2286000"/>
            <a:ext cx="411480" cy="457200"/>
          </a:xfrm>
          <a:prstGeom prst="roundRect">
            <a:avLst>
              <a:gd name="adj" fmla="val 22222"/>
            </a:avLst>
          </a:prstGeom>
          <a:solidFill>
            <a:srgbClr val="E5E7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23317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👖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0" y="2788920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黑色西裤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7132320" y="2240280"/>
            <a:ext cx="502920" cy="82296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78040" y="2286000"/>
            <a:ext cx="411480" cy="457200"/>
          </a:xfrm>
          <a:prstGeom prst="roundRect">
            <a:avLst>
              <a:gd name="adj" fmla="val 22222"/>
            </a:avLst>
          </a:prstGeom>
          <a:solidFill>
            <a:srgbClr val="FCE7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78040" y="23317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👗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178040" y="2788920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连衣裙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5943600" y="3246120"/>
            <a:ext cx="502920" cy="82296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3291840"/>
            <a:ext cx="411480" cy="457200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33375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👕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989320" y="3794760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黄色T恤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6537960" y="3246120"/>
            <a:ext cx="502920" cy="82296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83680" y="3291840"/>
            <a:ext cx="411480" cy="457200"/>
          </a:xfrm>
          <a:prstGeom prst="roundRect">
            <a:avLst>
              <a:gd name="adj" fmla="val 22222"/>
            </a:avLst>
          </a:prstGeom>
          <a:solidFill>
            <a:srgbClr val="D1D5D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33375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🧥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583680" y="3794760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黑色外套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7132320" y="3246120"/>
            <a:ext cx="502920" cy="82296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78040" y="3291840"/>
            <a:ext cx="411480" cy="457200"/>
          </a:xfrm>
          <a:prstGeom prst="roundRect">
            <a:avLst>
              <a:gd name="adj" fmla="val 22222"/>
            </a:avLst>
          </a:prstGeom>
          <a:solidFill>
            <a:srgbClr val="F3E8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78040" y="33375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👞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178040" y="3794760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棕色皮鞋</a:t>
            </a:r>
            <a:endParaRPr lang="en-US" sz="600" dirty="0"/>
          </a:p>
        </p:txBody>
      </p:sp>
      <p:sp>
        <p:nvSpPr>
          <p:cNvPr id="5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7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核心功能 - 待处理提醒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功能说明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64592" cy="1645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AI分析衣物使用频率与状态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164592" cy="1645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自动识别过时、不合身衣物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164592" cy="1645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788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生成处理建议：捐赠/回收/保留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164592" cy="1645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291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用户确认后移出或保留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164592" cy="1645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794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定期提醒换季收纳与清洗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09728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137160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554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待处理衣物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16002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3件需关注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43600" y="192024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1920240"/>
            <a:ext cx="45720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Shape 19"/>
          <p:cNvSpPr/>
          <p:nvPr/>
        </p:nvSpPr>
        <p:spPr>
          <a:xfrm>
            <a:off x="6080760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👞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21031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棕色皮鞋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29400" y="2331720"/>
            <a:ext cx="548640" cy="164592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2359152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不合身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80760" y="26060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建议：捐赠或二手出售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943600" y="301752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3017520"/>
            <a:ext cx="45720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Shape 27"/>
          <p:cNvSpPr/>
          <p:nvPr/>
        </p:nvSpPr>
        <p:spPr>
          <a:xfrm>
            <a:off x="6080760" y="3154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ECAC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👕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29400" y="3200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红色T恤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29400" y="3429000"/>
            <a:ext cx="548640" cy="164592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3456432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过时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080760" y="37033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建议：环保回收</a:t>
            </a:r>
            <a:endParaRPr lang="en-US" sz="70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7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界面设计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20040" cy="320040"/>
          </a:xfrm>
          <a:prstGeom prst="ellipse">
            <a:avLst/>
          </a:prstGeom>
          <a:solidFill>
            <a:srgbClr val="5B7C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简洁明亮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白色为主，蓝色强调，视觉清爽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737360"/>
            <a:ext cx="320040" cy="320040"/>
          </a:xfrm>
          <a:prstGeom prst="ellipse">
            <a:avLst/>
          </a:prstGeom>
          <a:solidFill>
            <a:srgbClr val="5B7CF5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7830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16916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信息清晰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19202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层级分明，重点突出，一目了然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737360"/>
            <a:ext cx="320040" cy="320040"/>
          </a:xfrm>
          <a:prstGeom prst="ellipse">
            <a:avLst/>
          </a:prstGeom>
          <a:solidFill>
            <a:srgbClr val="5B7CF5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7830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16916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操作便捷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19202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底部导航，快捷入口，一键直达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737360"/>
            <a:ext cx="320040" cy="320040"/>
          </a:xfrm>
          <a:prstGeom prst="ellipse">
            <a:avLst/>
          </a:prstGeom>
          <a:solidFill>
            <a:srgbClr val="5B7CF5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7830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16916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反馈及时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19202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状态标记，操作提示，确认流程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560320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2633472"/>
            <a:ext cx="1682496" cy="2231136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074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51760" y="2560320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24912" y="2633472"/>
            <a:ext cx="1682496" cy="2231136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5074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衣橱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2560320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2633472"/>
            <a:ext cx="1682496" cy="2231136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5074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搭配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0" y="2560320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31152" y="2633472"/>
            <a:ext cx="1682496" cy="2231136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5074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</a:t>
            </a:r>
            <a:endParaRPr lang="en-US" sz="12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7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技术方案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AI能力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38328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图像识别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1810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识别衣物类型、颜色、款式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338328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40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穿搭推荐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2267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基于多因素生成搭配方案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651760"/>
            <a:ext cx="338328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状态分析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27249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分析使用频率，识别待处理衣物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09728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5B7C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54880" y="1737360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7556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17830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Native / Flutter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057400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E0E7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0756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21031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/ Python API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377440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C7D2F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3957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2423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图像识别 / 推荐引擎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697480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A5B4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7157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27432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/ MongoDB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54480" y="3950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Native / Flutter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97680" y="3950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/ Python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40880" y="3950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/ MongoDB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4389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554480" y="44074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TensorFlow / PyTorch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74720" y="4389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297680" y="44074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/ Kubernetes</a:t>
            </a:r>
            <a:endParaRPr lang="en-US" sz="1100" dirty="0"/>
          </a:p>
        </p:txBody>
      </p:sp>
      <p:sp>
        <p:nvSpPr>
          <p:cNvPr id="4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7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实施计划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5B7C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533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3898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基础功能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衣物录入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衣橱管理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基础UI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109728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128016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5B7C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13533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3898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3-4月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智能搭配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66160" y="237744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379476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天气集成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66160" y="283464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379476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AI搭配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66160" y="329184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379476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穿搭确认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109728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128016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5B7C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13533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0" y="13898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5-6月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进阶功能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0" y="237744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待处理提醒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0" y="283464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0" y="329184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62940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优化迭代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里程碑：MVP版本（2个月）→ 完整功能（4个月）→ 优化上线（6个月）</a:t>
            </a:r>
            <a:endParaRPr lang="en-US" sz="130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5B7CF5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5B7CF5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2743200"/>
            <a:ext cx="2743200" cy="274320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感谢观看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0" y="2926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衣橱管家 - 让穿搭更简单</a:t>
            </a:r>
            <a:endParaRPr lang="en-US" sz="18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衣橱管家 - 功能方案文档</dc:title>
  <dc:subject>手机端衣物管理与穿搭建议工具</dc:subject>
  <dc:creator>衣橱管家</dc:creator>
  <cp:lastModifiedBy>衣橱管家</cp:lastModifiedBy>
  <cp:revision>1</cp:revision>
  <dcterms:created xsi:type="dcterms:W3CDTF">2026-05-09T05:14:36Z</dcterms:created>
  <dcterms:modified xsi:type="dcterms:W3CDTF">2026-05-09T05:14:36Z</dcterms:modified>
</cp:coreProperties>
</file>