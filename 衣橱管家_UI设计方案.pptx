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衣橱管家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UI设计方案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现代轻奢 · 极细无衬线 · 深色沉浸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| 2025</a:t>
            </a:r>
            <a:endParaRPr lang="en-US" sz="12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设计理念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现代轻奢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灵感源自Gucci与Balenciaga的前卫美学，深色背景营造沉浸感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极细字体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100-300字重的极细无衬线体，传递精致克制的精英审美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极致留白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70%负空间，"少即是多"的自信与从容，避免信息堆砌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金色点缀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香槟金作为强调色，克制使用，避免土豪感，增添奢华质感</a:t>
            </a:r>
            <a:endParaRPr lang="en-US" sz="14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设计规范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深黑 #0A0A0A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香槟金 #D4AF37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纯白 #FFFFFF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346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 / 思源黑体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字重 100-300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字间距 0.02em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线性图标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0.5px 边框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圆角 8px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留白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2376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 负空间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内边距 40px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卡片间距 16px</a:t>
            </a:r>
            <a:endParaRPr lang="en-US" sz="12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· 今日穿搭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4023360"/>
          </a:xfrm>
          <a:prstGeom prst="roundRect">
            <a:avLst>
              <a:gd name="adj" fmla="val 6667"/>
            </a:avLst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0" y="1005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9:41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328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GOOD MORNING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8328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今日穿搭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38328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38912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多云 · 上海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301752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320040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3154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STYLIST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566160" y="3474720"/>
            <a:ext cx="548640" cy="6400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611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51960" y="3474720"/>
            <a:ext cx="548640" cy="6400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3611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3474720"/>
            <a:ext cx="548640" cy="6400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611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👞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商务精英风格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4480560"/>
            <a:ext cx="2011680" cy="320040"/>
          </a:xfrm>
          <a:prstGeom prst="roundRect">
            <a:avLst>
              <a:gd name="adj" fmla="val 42857"/>
            </a:avLst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4526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采纳搭配</a:t>
            </a:r>
            <a:endParaRPr lang="en-US" sz="9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衣橱 · 单品管理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4023360"/>
          </a:xfrm>
          <a:prstGeom prst="roundRect">
            <a:avLst>
              <a:gd name="adj" fmla="val 6667"/>
            </a:avLst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0" y="1280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 COLLECTION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38328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我的衣橱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1828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件珍藏单品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83280" y="2194560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2219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931920" y="2194560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22219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上装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480560" y="2194560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2219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下装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029200" y="2194560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2219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外套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29000" y="2651760"/>
            <a:ext cx="685800" cy="86868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9260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206240" y="2651760"/>
            <a:ext cx="685800" cy="86868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9260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👖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83480" y="2651760"/>
            <a:ext cx="685800" cy="86868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9260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🧥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429000" y="3657600"/>
            <a:ext cx="685800" cy="86868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9319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👗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206240" y="3657600"/>
            <a:ext cx="685800" cy="86868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9319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👕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983480" y="3657600"/>
            <a:ext cx="685800" cy="86868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9319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👞</a:t>
            </a:r>
            <a:endParaRPr lang="en-US" sz="18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搭配详情 · 确认页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4023360"/>
          </a:xfrm>
          <a:prstGeom prst="roundRect">
            <a:avLst>
              <a:gd name="adj" fmla="val 6667"/>
            </a:avLst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0" y="1280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OUTFIT DETAILS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38328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搭配详情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83280" y="201168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219456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21488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SELECTED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0" y="2468880"/>
            <a:ext cx="457200" cy="64008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2468880"/>
            <a:ext cx="548640" cy="73152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651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2468880"/>
            <a:ext cx="457200" cy="64008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3246120"/>
            <a:ext cx="548640" cy="16459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326440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4251960" y="3246120"/>
            <a:ext cx="548640" cy="16459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326440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舒适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4846320" y="3246120"/>
            <a:ext cx="548640" cy="16459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6440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22°C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474720" y="365760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7490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7307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浅蓝条纹衬衫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31920" y="39136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上装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303520" y="3749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41605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42519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42336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黑色直筒西裤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31920" y="441655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下装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303520" y="4251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0" y="466344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D4AF37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4709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确认今日穿搭</a:t>
            </a:r>
            <a:endParaRPr lang="en-US" sz="9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更多页面展示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645920" cy="3200400"/>
          </a:xfrm>
          <a:prstGeom prst="roundRect">
            <a:avLst>
              <a:gd name="adj" fmla="val 5556"/>
            </a:avLst>
          </a:prstGeom>
          <a:solidFill>
            <a:srgbClr val="0A0A0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添加衣物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1371600" cy="2011680"/>
          </a:xfrm>
          <a:prstGeom prst="roundRect">
            <a:avLst>
              <a:gd name="adj" fmla="val 5333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1097280"/>
            <a:ext cx="1645920" cy="3200400"/>
          </a:xfrm>
          <a:prstGeom prst="roundRect">
            <a:avLst>
              <a:gd name="adj" fmla="val 5556"/>
            </a:avLst>
          </a:prstGeom>
          <a:solidFill>
            <a:srgbClr val="0A0A0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待处理提醒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1828800"/>
            <a:ext cx="1371600" cy="2011680"/>
          </a:xfrm>
          <a:prstGeom prst="roundRect">
            <a:avLst>
              <a:gd name="adj" fmla="val 5333"/>
            </a:avLst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1645920" cy="3200400"/>
          </a:xfrm>
          <a:prstGeom prst="roundRect">
            <a:avLst>
              <a:gd name="adj" fmla="val 5556"/>
            </a:avLst>
          </a:prstGeom>
          <a:solidFill>
            <a:srgbClr val="0A0A0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828800"/>
            <a:ext cx="1371600" cy="2011680"/>
          </a:xfrm>
          <a:prstGeom prst="roundRect">
            <a:avLst>
              <a:gd name="adj" fmla="val 5333"/>
            </a:avLst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6560" y="1097280"/>
            <a:ext cx="1645920" cy="3200400"/>
          </a:xfrm>
          <a:prstGeom prst="roundRect">
            <a:avLst>
              <a:gd name="adj" fmla="val 5556"/>
            </a:avLst>
          </a:prstGeom>
          <a:solidFill>
            <a:srgbClr val="0A0A0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828800"/>
            <a:ext cx="1371600" cy="2011680"/>
          </a:xfrm>
          <a:prstGeom prst="roundRect">
            <a:avLst>
              <a:gd name="adj" fmla="val 5333"/>
            </a:avLst>
          </a:prstGeom>
          <a:solidFill>
            <a:srgbClr val="1A1A1A"/>
          </a:solidFill>
          <a:ln/>
        </p:spPr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衣橱管家 · 让穿搭更简单</a:t>
            </a:r>
            <a:endParaRPr lang="en-US" sz="16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衣橱管家 - UI设计方案</dc:title>
  <dc:subject>现代轻奢风格UI设计文档</dc:subject>
  <dc:creator>衣橱管家</dc:creator>
  <cp:lastModifiedBy>衣橱管家</cp:lastModifiedBy>
  <cp:revision>1</cp:revision>
  <dcterms:created xsi:type="dcterms:W3CDTF">2026-05-09T05:40:05Z</dcterms:created>
  <dcterms:modified xsi:type="dcterms:W3CDTF">2026-05-09T05:40:05Z</dcterms:modified>
</cp:coreProperties>
</file>